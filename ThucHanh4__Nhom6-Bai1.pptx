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9249D-EC05-461D-AEEB-0A23C609FE6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A52FB-D076-4C3F-A066-2EC0F6AB0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3706-51EE-8D13-99B5-EB8E4EDA8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>
                <a:solidFill>
                  <a:srgbClr val="99663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6B83B-DAEF-7692-1B40-B69394774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EDCB-CC6D-A25C-2F3F-70EE64AE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456C-14B8-498E-BC33-3D501B4C1998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5504-F6B7-20D9-D61B-ECC36E02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14DB1-BC05-A0F2-8060-6FC19546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009655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D4EE-D2B6-84E4-8BAE-5F5CA5EC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79F884-2639-3538-87A8-660F964D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B683-263F-47BA-B065-1F226A45B465}" type="datetime1">
              <a:rPr lang="vi-VN" smtClean="0"/>
              <a:t>24/09/2026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24983-B3BA-7247-90BE-5A382C47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4F57F-E211-8C9E-8E2B-B9F32E13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121060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FA3B-9E13-D104-778C-142927B7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9CD7A-4F8F-90E2-E1D8-71E2ABD2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238F1-A837-A6EA-4C70-797E3C0C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5ECC1-2DF3-4A88-A874-797CE42F5627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4EFC8-A2D7-A10D-B298-6FC59D33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3CD1B-D4E4-362E-C999-B21FD303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324883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A05A-C232-03C9-3727-321BFC7C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CD769-D2A0-C372-876B-B54C2FBDC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5100B-33F5-2FE4-0A4C-E837083C8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D680-5B0A-43CB-8A1A-2FAD49B31B1C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D60F0-C383-FC99-7F1A-93312C81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5E909-2DCB-D46B-86F8-3D01D31F8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089435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AEAA-245A-B03D-8B5A-5E575CAF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05086-21B4-DCCC-02E3-5EA536CDC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FD589-DAEF-6158-4328-22BD6DD5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249E3-AB63-1031-5179-C5A0ED3A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153F-123F-4821-A5F8-E83EDF6CB3B8}" type="datetime1">
              <a:rPr lang="vi-VN" smtClean="0"/>
              <a:t>24/09/2026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F1DB1-B8C9-75D7-3510-F897786A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7BD8B-351C-AC3B-05D6-8ADC92A6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8705542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CCEC-E4D1-8B33-A9E5-BCDFC083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21ACA-8A5C-95B8-4143-A3860D128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7562A-B93C-205F-A58D-5EE4A4F8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5A1EB-FC43-C2F0-701C-61B4911CA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F9D22-1537-F4A0-2E59-C1E15DF99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1F46B-D341-49DE-57F3-EF8616EF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FC3E-664A-4711-BED9-C0CFB54F7A5D}" type="datetime1">
              <a:rPr lang="vi-VN" smtClean="0"/>
              <a:t>24/09/2026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67E95-0FED-4E05-FCEF-B99A9D76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5F67C-AA33-7AA6-C807-294F8466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938370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87E0-780C-42E8-73C7-0E6452F7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1F45F-927F-C2EB-7A7B-153E8CDD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EBFA-D82E-4A62-81C1-3550DFC1CA95}" type="datetime1">
              <a:rPr lang="vi-VN" smtClean="0"/>
              <a:t>24/09/2026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7479D-1963-0C15-396E-321D55CD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A9C9B-DEFD-D706-6CEE-BBBED024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6653040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A4E5A-A161-7EAB-4264-F08D9600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96F9-E879-4A1D-A46F-5B9F443215C3}" type="datetime1">
              <a:rPr lang="vi-VN" smtClean="0"/>
              <a:t>24/09/2026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12CAA-0B99-E0F3-3DE8-EEDF8191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A01FC-1BA9-BBF2-E23D-BFBD3E30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69117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9C22-4A59-AAC3-E964-C9B05D81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2585E-C7FF-8002-A00E-2C17F6E11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1C3CA-F1DF-36D7-3745-608484147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9DEE0-CB1B-31D1-2274-EBE08626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6228-928D-45E3-8B58-2CC913E7E592}" type="datetime1">
              <a:rPr lang="vi-VN" smtClean="0"/>
              <a:t>24/09/2026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8900-6D43-06B4-1A5F-4B83004C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46E6B-7AC9-2A2F-4378-0ADC7EE5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0718595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3C4E-1B2F-C82F-DB92-E53C98BC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4C69B-66A9-7C6D-730C-CCA6ECAB77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C9BDB-E283-7BA7-0BB7-BB3BBBF89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D2D9A-86B3-0BD9-B287-AE968115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5FC21-C084-48D4-B8A4-FDA36D3CB39A}" type="datetime1">
              <a:rPr lang="vi-VN" smtClean="0"/>
              <a:t>24/09/2026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9E028-941D-EB91-D15E-1FE7538E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0101A-221F-6192-644D-F6B8F9F5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473946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DDCA-24B4-5936-C86C-96DDCE06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56400-D685-EF96-5C46-C0619B5C4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4F95E-3895-5A09-46F2-F1CBD7D9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A7E9-1BD0-4EB7-8A78-E10D195F3CEA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FB6E6-A01B-B448-2983-8FBFC987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A1AF-ECCF-0EE7-C66A-F1EB5EBD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950585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2F356-F892-16D8-1B9B-C034DC681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352F9-F2F7-B0D9-6A74-DAF9E3398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8185-3F5D-51A6-9D5C-9150B9C9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6430-B005-4BBE-A119-4742BEF4A382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CBBCD-A88D-50DD-302C-2E0CAFF6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9CCC0-A6C4-0595-9032-BD13B0CC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791534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01889-C0BC-1081-0A19-5B5BD2F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9273F-F02B-943A-5D3F-2E4A0F42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A93F9-81A3-19A6-1B90-D48E65546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ABBA7-AB01-49DA-B4FA-788C9EA593A3}" type="datetime1">
              <a:rPr lang="vi-VN" smtClean="0"/>
              <a:t>24/09/2026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1F1D5-63B2-9EA2-E9A1-69E52EFDD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A00D3-3370-D3D2-54DB-4DE00A020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00857-E1C9-4C3F-9697-07774A52CB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83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̵"/>
        <a:defRPr sz="2800" kern="120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⁺"/>
        <a:defRPr sz="2400" kern="120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B741-792D-D41A-D36A-D4D497853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F16D-C9E2-3887-2238-2DF29B5DD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</a:t>
            </a:r>
            <a:r>
              <a:rPr lang="en-US" dirty="0"/>
              <a:t>.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vi-V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6343CAD-701A-587F-1503-EFADD047CC05}"/>
              </a:ext>
            </a:extLst>
          </p:cNvPr>
          <p:cNvSpPr txBox="1">
            <a:spLocks/>
          </p:cNvSpPr>
          <p:nvPr/>
        </p:nvSpPr>
        <p:spPr>
          <a:xfrm>
            <a:off x="6849979" y="5735637"/>
            <a:ext cx="5029200" cy="762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None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err="1"/>
              <a:t>Trích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Tủ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Khoa </a:t>
            </a:r>
            <a:r>
              <a:rPr lang="en-US" sz="2400" dirty="0" err="1"/>
              <a:t>học</a:t>
            </a:r>
            <a:r>
              <a:rPr lang="en-US" sz="2400" dirty="0"/>
              <a:t> VLOS</a:t>
            </a:r>
            <a:endParaRPr lang="vi-V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84AE8-1E2B-9726-D009-0632BF33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1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7542525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E44E-ACCC-C199-01E5-8D44F067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D8161-8A72-F5F8-BD83-375BF6CCD97D}"/>
              </a:ext>
            </a:extLst>
          </p:cNvPr>
          <p:cNvSpPr txBox="1"/>
          <p:nvPr/>
        </p:nvSpPr>
        <p:spPr>
          <a:xfrm>
            <a:off x="1357563" y="1690688"/>
            <a:ext cx="94768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1A8EB-FD40-863E-588D-A7D734C7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52671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9247-AA23-435C-B0D7-592709ED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544F-898D-D9CA-6F47-94514952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118FB-B6C0-C8D8-1C2E-E3392BE8832B}"/>
              </a:ext>
            </a:extLst>
          </p:cNvPr>
          <p:cNvSpPr txBox="1"/>
          <p:nvPr/>
        </p:nvSpPr>
        <p:spPr>
          <a:xfrm>
            <a:off x="1357563" y="1690688"/>
            <a:ext cx="9476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đoạn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trích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dẫn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AD590-9A0A-A65F-355A-53B7541E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0369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7E6C-1152-B0F7-889F-74442B05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D8DE-5F44-98FE-7410-0E568B6F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2FAAB-DB4F-56EF-8592-3BDAB0D5E5F9}"/>
              </a:ext>
            </a:extLst>
          </p:cNvPr>
          <p:cNvSpPr txBox="1"/>
          <p:nvPr/>
        </p:nvSpPr>
        <p:spPr>
          <a:xfrm>
            <a:off x="1357563" y="1690688"/>
            <a:ext cx="94768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cấp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ví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chứng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Lợi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AF6EF-9DB8-9DB0-25A1-7EF222FF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3504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0BD8-3400-3623-47DB-CF74EEB8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3D93-BCF1-A227-D9F3-C484F7A3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2F406-83EC-1508-11BA-435F5C7A3919}"/>
              </a:ext>
            </a:extLst>
          </p:cNvPr>
          <p:cNvSpPr txBox="1"/>
          <p:nvPr/>
        </p:nvSpPr>
        <p:spPr>
          <a:xfrm>
            <a:off x="1357562" y="1690688"/>
            <a:ext cx="101927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Times New Roman" panose="02020603050405020304" pitchFamily="18" charset="0"/>
              <a:buChar char="̶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Liệu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B8E42-3B9B-2244-B6AC-FE117BC9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25604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FF2A-9DEE-EB9E-31F7-7939F88F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Cám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1F590-321B-D8F6-B7EF-AAB25C93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725187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8BE8-D7B5-BC73-BA49-47A500B1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AF50D-FF0A-6C63-02D3-9224AEE00EC5}"/>
              </a:ext>
            </a:extLst>
          </p:cNvPr>
          <p:cNvSpPr txBox="1"/>
          <p:nvPr/>
        </p:nvSpPr>
        <p:spPr>
          <a:xfrm>
            <a:off x="975560" y="1729039"/>
            <a:ext cx="102408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dụ: Ta có thể phát biểu trích dẫn lợi ích khi học 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thông tin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“Hàng năm, công nghệ mới luôn được phát triển và 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hiện tầm quan trọng của nó đối với cuộc sống. Các 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nghiệp cũng thay đổi theo hướng cập nhật công nghệ 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và yêu cầu sự thay đổi về nhân sự giỏi công nghệ. 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CNTT được coi là lĩnh vực ngày một phát triển và trở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nên hữu ích cho các bạn muốn xây dựng sự nghiệp với ngành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này. Vậy những lợi ích khi học ngành CNTT là gì?"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F6FAAC-95C4-E524-33BE-900405BF168E}"/>
              </a:ext>
            </a:extLst>
          </p:cNvPr>
          <p:cNvGrpSpPr/>
          <p:nvPr/>
        </p:nvGrpSpPr>
        <p:grpSpPr>
          <a:xfrm>
            <a:off x="7320657" y="4983590"/>
            <a:ext cx="930442" cy="1386597"/>
            <a:chOff x="8678779" y="464512"/>
            <a:chExt cx="930442" cy="13865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CFFC08-E5B5-6E7D-A476-1C29D0F5D719}"/>
                </a:ext>
              </a:extLst>
            </p:cNvPr>
            <p:cNvSpPr/>
            <p:nvPr/>
          </p:nvSpPr>
          <p:spPr>
            <a:xfrm>
              <a:off x="8678779" y="1026695"/>
              <a:ext cx="930442" cy="82441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Arrow: Circular 5">
              <a:hlinkClick r:id="rId2" action="ppaction://hlinksldjump"/>
              <a:extLst>
                <a:ext uri="{FF2B5EF4-FFF2-40B4-BE49-F238E27FC236}">
                  <a16:creationId xmlns:a16="http://schemas.microsoft.com/office/drawing/2014/main" id="{34C31B0A-3C30-92F3-70EA-C11CA2F1F6E3}"/>
                </a:ext>
              </a:extLst>
            </p:cNvPr>
            <p:cNvSpPr/>
            <p:nvPr/>
          </p:nvSpPr>
          <p:spPr>
            <a:xfrm rot="10800000" flipH="1">
              <a:off x="8745955" y="464512"/>
              <a:ext cx="775367" cy="1325562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2710976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C2DDA-B9A9-F754-0604-C4C380A2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074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26DC-CBEB-2F25-7EC4-2ED2E6D1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C9F2-45DE-21CF-AE3B-C444D41A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525546"/>
            <a:ext cx="11049000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21EF1-96C0-6E61-B6FC-4A135CA7A67C}"/>
              </a:ext>
            </a:extLst>
          </p:cNvPr>
          <p:cNvSpPr txBox="1"/>
          <p:nvPr/>
        </p:nvSpPr>
        <p:spPr>
          <a:xfrm>
            <a:off x="975560" y="1729039"/>
            <a:ext cx="10240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3E505-FB2C-AEB6-4CDD-EDB443DF0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151392"/>
              </p:ext>
            </p:extLst>
          </p:nvPr>
        </p:nvGraphicFramePr>
        <p:xfrm>
          <a:off x="2031999" y="2598334"/>
          <a:ext cx="81280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6548">
                  <a:extLst>
                    <a:ext uri="{9D8B030D-6E8A-4147-A177-3AD203B41FA5}">
                      <a16:colId xmlns:a16="http://schemas.microsoft.com/office/drawing/2014/main" val="2419882835"/>
                    </a:ext>
                  </a:extLst>
                </a:gridCol>
                <a:gridCol w="2331452">
                  <a:extLst>
                    <a:ext uri="{9D8B030D-6E8A-4147-A177-3AD203B41FA5}">
                      <a16:colId xmlns:a16="http://schemas.microsoft.com/office/drawing/2014/main" val="2824077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Tên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ngành</a:t>
                      </a:r>
                      <a:r>
                        <a:rPr lang="en-US" b="1" dirty="0"/>
                        <a:t>/ </a:t>
                      </a:r>
                      <a:r>
                        <a:rPr lang="en-US" b="1" dirty="0" err="1"/>
                        <a:t>chuyên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ngành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err="1"/>
                        <a:t>Số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lượng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tuyển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sinh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81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03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 – CLC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82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Công </a:t>
                      </a:r>
                      <a:r>
                        <a:rPr lang="en-US" b="1" dirty="0" err="1"/>
                        <a:t>nghệ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 – 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1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Mạng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máy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tính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và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truyền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dữ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liệu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2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Kỹ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thuật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phần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mềm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Hệ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thống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thông</a:t>
                      </a:r>
                      <a:r>
                        <a:rPr lang="en-US" b="1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809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Khoa </a:t>
                      </a:r>
                      <a:r>
                        <a:rPr lang="en-US" b="1" dirty="0" err="1"/>
                        <a:t>học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máy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tính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768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Tin </a:t>
                      </a:r>
                      <a:r>
                        <a:rPr lang="en-US" b="1" dirty="0" err="1"/>
                        <a:t>học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ứng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dụng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41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Tổng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009678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0C745B1-225F-4BFB-97B1-A7BA07B68278}"/>
              </a:ext>
            </a:extLst>
          </p:cNvPr>
          <p:cNvGrpSpPr/>
          <p:nvPr/>
        </p:nvGrpSpPr>
        <p:grpSpPr>
          <a:xfrm>
            <a:off x="8678779" y="680620"/>
            <a:ext cx="930442" cy="1170489"/>
            <a:chOff x="8678779" y="680620"/>
            <a:chExt cx="930442" cy="1170489"/>
          </a:xfrm>
        </p:grpSpPr>
        <p:sp>
          <p:nvSpPr>
            <p:cNvPr id="6" name="Rectangle 5">
              <a:hlinkClick r:id="rId2" action="ppaction://hlinksldjump"/>
              <a:extLst>
                <a:ext uri="{FF2B5EF4-FFF2-40B4-BE49-F238E27FC236}">
                  <a16:creationId xmlns:a16="http://schemas.microsoft.com/office/drawing/2014/main" id="{0B118AC7-4280-DE2B-31F7-9D26FA968C03}"/>
                </a:ext>
              </a:extLst>
            </p:cNvPr>
            <p:cNvSpPr/>
            <p:nvPr/>
          </p:nvSpPr>
          <p:spPr>
            <a:xfrm>
              <a:off x="8678779" y="1026695"/>
              <a:ext cx="930442" cy="82441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Circular 6">
              <a:hlinkClick r:id="rId2" action="ppaction://hlinksldjump"/>
              <a:extLst>
                <a:ext uri="{FF2B5EF4-FFF2-40B4-BE49-F238E27FC236}">
                  <a16:creationId xmlns:a16="http://schemas.microsoft.com/office/drawing/2014/main" id="{E36EC1E7-B876-023C-A980-1EFE5C6221FE}"/>
                </a:ext>
              </a:extLst>
            </p:cNvPr>
            <p:cNvSpPr/>
            <p:nvPr/>
          </p:nvSpPr>
          <p:spPr>
            <a:xfrm rot="10800000" flipH="1">
              <a:off x="8745955" y="680620"/>
              <a:ext cx="775367" cy="110945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2710976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10B21-DFB5-BC03-7A95-EA6C5E2A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00857-E1C9-4C3F-9697-07774A52CB53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8382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377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Cám ơn sự chú ý của quý vị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Lợi Nguyễn</dc:creator>
  <cp:lastModifiedBy>ASUS</cp:lastModifiedBy>
  <cp:revision>2</cp:revision>
  <dcterms:created xsi:type="dcterms:W3CDTF">2026-09-24T08:18:23Z</dcterms:created>
  <dcterms:modified xsi:type="dcterms:W3CDTF">2026-09-24T16:38:43Z</dcterms:modified>
</cp:coreProperties>
</file>